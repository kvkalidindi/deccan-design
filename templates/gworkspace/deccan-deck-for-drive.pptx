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0"/>
            <a:ext cx="548640" cy="36576"/>
          </a:xfrm>
          <a:prstGeom prst="rect">
            <a:avLst/>
          </a:prstGeom>
          <a:solidFill>
            <a:srgbClr val="16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917"/>
                </a:solidFill>
                <a:latin typeface="Segoe UI Variable Text"/>
              </a:rPr>
              <a:t>Deccan Fine Chemicals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164999"/>
                </a:solidFill>
                <a:latin typeface="Segoe UI Variable Display"/>
              </a:rP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03C"/>
                </a:solidFill>
                <a:latin typeface="Segoe UI Variable Text"/>
              </a:rPr>
              <a:t>Subtitle — context for the audience in one or two sentences.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8716C"/>
                </a:solidFill>
                <a:latin typeface="Cascadia Mono"/>
              </a:rPr>
              <a:t>MONTH YYYY · VERSION 1.0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8716C"/>
                </a:solidFill>
                <a:latin typeface="Cascadia Mono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164999"/>
                </a:solidFill>
                <a:latin typeface="Segoe UI Variable Display"/>
              </a:rPr>
              <a:t>Section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206240"/>
            <a:ext cx="548640" cy="36576"/>
          </a:xfrm>
          <a:prstGeom prst="rect">
            <a:avLst/>
          </a:prstGeom>
          <a:solidFill>
            <a:srgbClr val="16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1917"/>
                </a:solidFill>
                <a:latin typeface="Segoe UI Variable Text"/>
              </a:rPr>
              <a:t>One-column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92524"/>
                </a:solidFill>
                <a:latin typeface="Segoe UI Variable Text"/>
              </a:rPr>
              <a:t>Body content here. Replace with paragraphs, bullets, or supporting visuals. Body type uses Segoe UI Variable; mono content uses Cascadia Mono on a stone-100 fill.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1917"/>
                </a:solidFill>
                <a:latin typeface="Segoe UI Variable Text"/>
              </a:rPr>
              <a:t>Two-column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92524"/>
                </a:solidFill>
                <a:latin typeface="Segoe UI Variable Text"/>
              </a:rPr>
              <a:t>Left column body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92524"/>
                </a:solidFill>
                <a:latin typeface="Segoe UI Variable Text"/>
              </a:rPr>
              <a:t>Right column body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1917"/>
                </a:solidFill>
                <a:latin typeface="Segoe UI Variable Text"/>
              </a:rPr>
              <a:t>Three-column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8716C"/>
                </a:solidFill>
                <a:latin typeface="Cascadia Mono"/>
              </a:rPr>
              <a:t>COLUMN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92524"/>
                </a:solidFill>
                <a:latin typeface="Segoe UI Variable Text"/>
              </a:rPr>
              <a:t>Column body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8716C"/>
                </a:solidFill>
                <a:latin typeface="Cascadia Mono"/>
              </a:rPr>
              <a:t>COLUMN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92524"/>
                </a:solidFill>
                <a:latin typeface="Segoe UI Variable Text"/>
              </a:rPr>
              <a:t>Column body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8716C"/>
                </a:solidFill>
                <a:latin typeface="Cascadia Mono"/>
              </a:rPr>
              <a:t>COLUMN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92524"/>
                </a:solidFill>
                <a:latin typeface="Segoe UI Variable Text"/>
              </a:rPr>
              <a:t>Column body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1917"/>
                </a:solidFill>
                <a:latin typeface="Segoe UI Variable Text"/>
              </a:rPr>
              <a:t>Data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8716C"/>
                          </a:solidFill>
                          <a:latin typeface="Cascadia Mono"/>
                        </a:rPr>
                        <a:t>COL 1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8716C"/>
                          </a:solidFill>
                          <a:latin typeface="Cascadia Mono"/>
                        </a:rPr>
                        <a:t>COL 2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8716C"/>
                          </a:solidFill>
                          <a:latin typeface="Cascadia Mono"/>
                        </a:rPr>
                        <a:t>COL 3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8716C"/>
                          </a:solidFill>
                          <a:latin typeface="Cascadia Mono"/>
                        </a:rPr>
                        <a:t>COL 4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1917"/>
                </a:solidFill>
                <a:latin typeface="Segoe UI Variable Text"/>
              </a:rPr>
              <a:t>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917"/>
                </a:solidFill>
                <a:latin typeface="Cascadia Mono"/>
              </a:rPr>
              <a:t>$ msiexec /i deccan-design-2.0.0.msi /qn
$ powershell -File Set-DeccanSignature.ps1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C1917"/>
                </a:solidFill>
                <a:latin typeface="Segoe UI Variable Text"/>
              </a:rPr>
              <a:t>Deccan Fine Chemicals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24728" y="3566160"/>
            <a:ext cx="548640" cy="36576"/>
          </a:xfrm>
          <a:prstGeom prst="rect">
            <a:avLst/>
          </a:prstGeom>
          <a:solidFill>
            <a:srgbClr val="16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03C"/>
                </a:solidFill>
                <a:latin typeface="Segoe UI Variable Text"/>
              </a:rPr>
              <a:t>deccanchemicals.com · Hyderabad,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
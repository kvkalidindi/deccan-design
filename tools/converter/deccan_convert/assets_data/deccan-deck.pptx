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rgbClr val="78716C"/>
                </a:solidFill>
                <a:latin typeface="Cascadia Mono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rgbClr val="78716C"/>
                </a:solidFill>
                <a:latin typeface="Cascadia Mono"/>
              </a:defRPr>
            </a:lvl1pPr>
          </a:lstStyle>
          <a:p>
            <a:r>
              <a:rPr lang="en-US" sz="850">
                <a:solidFill>
                  <a:srgbClr val="78716C"/>
                </a:solidFill>
                <a:latin typeface="Cascadia Mono"/>
              </a:rPr>
              <a:t>Deccan Fine Chemicals · 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rgbClr val="78716C"/>
                </a:solidFill>
                <a:latin typeface="Cascadia Mono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Segoe UI Variable Tex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Segoe UI Variable Tex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Segoe UI Variable Tex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Segoe UI Variable Tex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Segoe UI Variable Tex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Segoe UI Variable Tex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Segoe UI Variable Tex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Segoe UI Variable Tex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Segoe UI Variable Tex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0"/>
            <a:ext cx="548640" cy="36576"/>
          </a:xfrm>
          <a:prstGeom prst="rect">
            <a:avLst/>
          </a:prstGeom>
          <a:solidFill>
            <a:srgbClr val="16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C1917"/>
                </a:solidFill>
                <a:latin typeface="Segoe UI Variable Text"/>
              </a:rPr>
              <a:t>Deccan Fine Chemicals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64999"/>
                </a:solidFill>
                <a:latin typeface="Segoe UI Variable Display"/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4403C"/>
                </a:solidFill>
                <a:latin typeface="Segoe UI Variable Text"/>
              </a:rPr>
              <a:t>Subtitle — context for the audience in one or two sentences.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8716C"/>
                </a:solidFill>
                <a:latin typeface="Cascadia Mono"/>
              </a:rPr>
              <a:t>MONTH YYYY · VERSION 1.0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8716C"/>
                </a:solidFill>
                <a:latin typeface="Cascadia Mono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64999"/>
                </a:solidFill>
                <a:latin typeface="Segoe UI Variable Display"/>
              </a:rPr>
              <a:t>Section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206240"/>
            <a:ext cx="548640" cy="36576"/>
          </a:xfrm>
          <a:prstGeom prst="rect">
            <a:avLst/>
          </a:prstGeom>
          <a:solidFill>
            <a:srgbClr val="16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One-column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92524"/>
                </a:solidFill>
                <a:latin typeface="Segoe UI Variable Text"/>
              </a:rPr>
              <a:t>Body content here. Replace with paragraphs, bullets, or supporting visuals. Body type uses Segoe UI Variable; mono content uses Cascadia Mono on a stone-100 fill.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Two-column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92524"/>
                </a:solidFill>
                <a:latin typeface="Segoe UI Variable Text"/>
              </a:rPr>
              <a:t>Left column body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92524"/>
                </a:solidFill>
                <a:latin typeface="Segoe UI Variable Text"/>
              </a:rPr>
              <a:t>Right column body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Three-column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8716C"/>
                </a:solidFill>
                <a:latin typeface="Cascadia Mono"/>
              </a:rPr>
              <a:t>COLUMN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92524"/>
                </a:solidFill>
                <a:latin typeface="Segoe UI Variable Text"/>
              </a:rPr>
              <a:t>Column body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8716C"/>
                </a:solidFill>
                <a:latin typeface="Cascadia Mono"/>
              </a:rPr>
              <a:t>COLUMN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92524"/>
                </a:solidFill>
                <a:latin typeface="Segoe UI Variable Text"/>
              </a:rPr>
              <a:t>Column body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8716C"/>
                </a:solidFill>
                <a:latin typeface="Cascadia Mono"/>
              </a:rPr>
              <a:t>COLUMN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92524"/>
                </a:solidFill>
                <a:latin typeface="Segoe UI Variable Text"/>
              </a:rPr>
              <a:t>Column body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Data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8716C"/>
                          </a:solidFill>
                          <a:latin typeface="Cascadia Mono"/>
                        </a:rPr>
                        <a:t>COL 1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8716C"/>
                          </a:solidFill>
                          <a:latin typeface="Cascadia Mono"/>
                        </a:rPr>
                        <a:t>COL 2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8716C"/>
                          </a:solidFill>
                          <a:latin typeface="Cascadia Mono"/>
                        </a:rPr>
                        <a:t>COL 3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8716C"/>
                          </a:solidFill>
                          <a:latin typeface="Cascadia Mono"/>
                        </a:rPr>
                        <a:t>COL 4</a:t>
                      </a:r>
                    </a:p>
                  </a:txBody>
                  <a:tcPr>
                    <a:solidFill>
                      <a:srgbClr val="F5F5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C1917"/>
                </a:solidFill>
                <a:latin typeface="Segoe UI Variable Text"/>
              </a:rPr>
              <a:t>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917"/>
                </a:solidFill>
                <a:latin typeface="Cascadia Mono"/>
              </a:rPr>
              <a:t>$ msiexec /i deccan-design-2.0.0.msi /qn
$ powershell -File Set-DeccanSignature.ps1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9260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C1917"/>
                </a:solidFill>
                <a:latin typeface="Segoe UI Variable Text"/>
              </a:rPr>
              <a:t>Deccan Fine Chemicals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24728" y="3566160"/>
            <a:ext cx="548640" cy="36576"/>
          </a:xfrm>
          <a:prstGeom prst="rect">
            <a:avLst/>
          </a:prstGeom>
          <a:solidFill>
            <a:srgbClr val="16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03C"/>
                </a:solidFill>
                <a:latin typeface="Segoe UI Variable Text"/>
              </a:rPr>
              <a:t>deccanchemicals.com · Hyderabad,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ccan">
      <a:dk1>
        <a:srgbClr val="1C1917"/>
      </a:dk1>
      <a:lt1>
        <a:srgbClr val="FFFFFF"/>
      </a:lt1>
      <a:dk2>
        <a:srgbClr val="44403C"/>
      </a:dk2>
      <a:lt2>
        <a:srgbClr val="F5F5F4"/>
      </a:lt2>
      <a:accent1>
        <a:srgbClr val="164999"/>
      </a:accent1>
      <a:accent2>
        <a:srgbClr val="2D5BA3"/>
      </a:accent2>
      <a:accent3>
        <a:srgbClr val="7392C2"/>
      </a:accent3>
      <a:accent4>
        <a:srgbClr val="B9C8E0"/>
      </a:accent4>
      <a:accent5>
        <a:srgbClr val="DCE4F0"/>
      </a:accent5>
      <a:accent6>
        <a:srgbClr val="78716C"/>
      </a:accent6>
      <a:hlink>
        <a:srgbClr val="164999"/>
      </a:hlink>
      <a:folHlink>
        <a:srgbClr val="7392C2"/>
      </a:folHlink>
    </a:clrScheme>
    <a:fontScheme name="Deccan">
      <a:majorFont>
        <a:latin typeface="Segoe UI Variable Display"/>
        <a:ea typeface=""/>
        <a:cs typeface=""/>
      </a:majorFont>
      <a:minorFont>
        <a:latin typeface="Segoe UI Variabl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Deccan Fine Chemicals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Deccan Deck</dc:title>
  <dc:subject/>
  <dc:creator>Deccan Fine Chemicals</dc:creator>
  <cp:keywords/>
  <dc:description>deccan-design v2.0 template</dc:description>
  <cp:lastModifiedBy>Deccan Fine Chemicals</cp:lastModifiedBy>
  <cp:revision>1</cp:revision>
  <dcterms:created xsi:type="dcterms:W3CDTF">2020-01-01T00:00:00Z</dcterms:created>
  <dcterms:modified xsi:type="dcterms:W3CDTF">2020-01-01T00:00:00Z</dcterms:modified>
  <cp:category/>
</cp:coreProperties>
</file>